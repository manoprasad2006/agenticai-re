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68" r:id="rId4"/>
    <p:sldId id="369" r:id="rId5"/>
    <p:sldId id="373" r:id="rId6"/>
    <p:sldId id="370" r:id="rId7"/>
    <p:sldId id="374" r:id="rId8"/>
    <p:sldId id="375" r:id="rId9"/>
    <p:sldId id="377" r:id="rId10"/>
    <p:sldId id="378" r:id="rId11"/>
    <p:sldId id="379" r:id="rId12"/>
    <p:sldId id="376" r:id="rId13"/>
    <p:sldId id="371" r:id="rId14"/>
    <p:sldId id="381" r:id="rId15"/>
    <p:sldId id="382" r:id="rId16"/>
    <p:sldId id="3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33833-ED73-46A6-8F2D-2AE5645C34D5}" v="3" dt="2026-09-29T18:45:57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691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3000" b="1" dirty="0" err="1">
                <a:solidFill>
                  <a:srgbClr val="7030A0"/>
                </a:solidFill>
              </a:rPr>
              <a:t>IntelliData — An Agentic AI Based Data Intelligence &amp; Governance Platform</a:t>
            </a:r>
            <a:endParaRPr lang="en-IN" sz="3800" dirty="0">
              <a:solidFill>
                <a:srgbClr val="7030A0"/>
              </a:solidFill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789712" y="5318793"/>
            <a:ext cx="39409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Dr. Balamurugan N M</a:t>
            </a:r>
            <a:endParaRPr lang="en-I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5796951" y="4816828"/>
            <a:ext cx="6395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Kartickeeyaan M   [231501074]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Machine Learning</a:t>
            </a:r>
            <a:r>
              <a:rPr lang="en-IN" sz="24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5D362B92-D66D-B245-7A94-2F3EC9E26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950" y="5318794"/>
            <a:ext cx="6395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Lokesh R     	    [231501087]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057692C7-0F45-A516-9BC1-519CBA54C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949" y="5820760"/>
            <a:ext cx="6395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Mano Prasad V      [231501095]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187" y="311150"/>
            <a:ext cx="10668000" cy="1216025"/>
          </a:xfrm>
        </p:spPr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datasets are messy: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values, duplicates, outliers, and inconsistent types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handled before any analysis or ML.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profiling, cleaning, and EDA is repetitive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time-consuming, and hard to reproduce or audit.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tools and LLM assistants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silently change data, claim causation from correlation, or send raw records to external APIs, with no human control or traceability.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governed, agent-orchestrated platform that profiles, scores, cleans, and analyzes data, generates AI insights, and keeps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in control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versioning and a full audit trail.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6779" y="6245225"/>
            <a:ext cx="363353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User and Stakeholder Analysis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Analysts / Scientists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Quickly profile, clean, and explore datasets through explainable, reviewable steps.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Users / Decision Makers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Get plain-language summaries and hypotheses without writing code.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/ Researchers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Learn structured, reproducible data preparation with full traceability.</a:t>
            </a:r>
          </a:p>
          <a:p>
            <a:pPr marL="0" lv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analysis-ready, versioned dataset with quality scores, EDA charts, ML-readiness diagnosis, human-reviewed AI insights, and an HTML governance report with the complete audit trail.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10525" y="6245225"/>
            <a:ext cx="328863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Proposed agentic AI solution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multi-agent, governed AI 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data intelligence workflows.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Orchestrates all agent transitions and halts at human approval checkpoints.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Intake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Inspects schema, empty columns, identifier columns, and date-like strings (read-only).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Scores completeness, duplicates, type consistency, and IQR outliers (0–100).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Planner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Proposes risk-rated (low/medium/high) cleaning actions; never auto-executes.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Executor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Applies only approved proposals and commits new dataset versions.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Recommends semantically safe charts (never sums ratings, %, or IDs).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Readiness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target leakage, class imbalance, scaling, and encoding needs.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hypotheses with confidence levels; no causal claims.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Compiles findings and audit trail into an HTML governance report.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2610" y="6245225"/>
            <a:ext cx="3569369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6779-F69C-9D76-18CD-D5338194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Dataset and knowledge source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1583-09A8-A345-845F-500096485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User-Uploaded Datasets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Source: CSV / Excel files uploaded through the Streamlit UI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Validated for file extension and size; sample workspace uses Titanic-Dataset.csv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Statistical Knowledge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Column profiles, cardinality, missing %, quantiles, IQR outliers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Distributions and Pearson correlations for EDA and AI prompts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Knowledge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Approval decisions and cleaning proposals with risk levels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Dataset version graph (v0, v1, v2 …) and immutable audit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3264-85B4-5D97-C619-D795C3E5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B832-4D90-9F62-76E2-BBB86AF7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0632" y="6245225"/>
            <a:ext cx="3793957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F309-169C-30CC-3243-FADCEC29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25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859186"/>
            <a:ext cx="10668000" cy="4267200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Language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 – Core language for agents, workflow, and tools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– Multi-page UI, Agent Governance Hub, approval controls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ML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– Profiling, quality checks, versioned transformations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 readiness diagnostics and baseline suggestions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(optional) – Executive summaries and structured hypotheses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deterministic fallback – Pearson-based insights when no API key is available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653" y="6245225"/>
            <a:ext cx="3681663" cy="476250"/>
          </a:xfrm>
        </p:spPr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5F29-56B5-5B54-B67A-74810E36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Selection of tools and Framework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84E7-D2FE-DA5D-97BE-189AAA72D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797529"/>
            <a:ext cx="10668000" cy="4301346"/>
          </a:xfrm>
        </p:spPr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 &amp; Governance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+ specialized agents – Workflow state machine with approval checkpoints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Registry – Only registered, deterministic tools; unknown tools rejected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 – Interactive distributions, correlations, and recommended charts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pytest + Ruff – 20 governance tests, linting, dependency integrity check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+ GitHub Actions – Containerized deployment and CI workflow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C207-F3DD-C06A-9339-DA9F3A35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074D-CD09-5729-69EE-D0835DD1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8176-7778-4C58-9588-C81FD5CC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66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AB33-B85E-2646-FC65-71C56D96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1" y="914400"/>
            <a:ext cx="10668000" cy="61277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Agent workflow and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72D1-19A9-2359-992D-C01936B4B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Upload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uploads a CSV/Excel file or opens the sample workspace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Launch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Runs the autonomous pipeline with a max-step limit to prevent loops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Intake &amp; Quality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Schema inspection, then quality scoring (completeness, duplicates, outliers)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Planning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Risk-rated proposals created; workflow pauses for approval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Approval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approves, edits, or rejects each cleaning proposal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Executor applies only approved proposals and creates version v1, v2 …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 Intelligence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Visualization, ML readiness, then AI business insights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Export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Human reviews insights, authorizes export, Report Agent packages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243B-C341-9A06-2FA3-49B16C99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908B-D9AA-4A4B-604B-4F3D7AC2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640C-6D0B-B48A-BAF7-D13786C6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16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251E-D218-B582-7A93-B08A2527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Governed Tool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0405-0E64-E4C0-FD5A-3165534CC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Tools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14 tools (e.g., validate_dataset, assess_quality, run_eda, execute_cleaning)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Tool Rejection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Unregistered names raise UnregisteredToolError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Arbitrary Code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Agents never execute LLM-generated code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Gate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execute_cleaning, rollback_cleaning, and export_dataset require approval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Preview Before Execute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preview_cleaning runs in a sandbox before any change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Boundary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Gemini receives only bounded statistics, zero raw rows; inputs sanitized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Graceful Fallback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Local deterministic mode when GEMINI_API_KEY is absent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1821C-2049-0E5C-C62F-9DC45F9D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EF521-F6C8-8F4A-A653-CFF9DBCC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0335-D47B-81D5-BC32-B1A9FD8F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18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C7C6-4A91-7F5E-CDEF-A7BFE595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Human-in-the-Loop (HITL)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16D4-AE13-C554-D2D0-21A665E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10881383" cy="4267200"/>
          </a:xfrm>
        </p:spPr>
        <p:txBody>
          <a:bodyPr/>
          <a:lstStyle/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Proposals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Planner creates proposals with risk levels; execution blocked while pending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Review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inspects each proposal with a "Why am I seeing this?" explanation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Accept individually or via batch selection (no blind approve-all)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&amp; Approve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Adjust parameters in a JSON editor (e.g., custom fill value)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Original data preserved; optional note recorded in the audit log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Guard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Outlier capping and column drops need explicit confirmation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&amp; Rollback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Every event logged immutably; one-click rollback to parent version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Authorization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Report package generated only after final human approval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5659-0A9D-BAB0-4A0B-A0F41325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4F5E-CA07-DC3B-75EE-BAA5FCD2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7B64-7575-8466-8489-5F4DD74B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01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F017-44C5-93C2-917A-BCBBF5D8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-61857"/>
            <a:ext cx="10668000" cy="70485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Architecture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05A5-C26B-13C4-1C0A-A247C91D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66F6-45B8-9D0C-6F46-01E6F4A1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6FEC-C2CB-8DCB-599C-9A1B0384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11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FDBC9C-10E1-806C-8949-CE1B3375C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11200" y="666729"/>
            <a:ext cx="10849429" cy="54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26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6AD9-AE87-C8AD-210F-5732D3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Project plan and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9074-7C49-AB02-ABBD-A278EA29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1–2: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setup, config, logging; dataset upload &amp; validation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3–4: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profiling and data quality scoring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cleaning engine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6–7: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and visualization dashboard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8–9: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AI service layer, AI cleaning explanations, executive summary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10–11: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business insights, feature engineering, ML readiness &amp; recommendations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12–13: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dataset chatbot; PDF/HTML report generation</a:t>
            </a:r>
          </a:p>
          <a:p>
            <a:pPr lvl="0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14–15: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polish, deployment, and portfolio wrap-up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26FA7-ABA3-15C3-3FC1-1EFC178F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DDF21-9996-2F2A-B9DC-13D796D5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E8DD9-54E7-205A-1A4E-505DC288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121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13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781861-5053-2F10-A212-B1B8BCCA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Dashboard and 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41ABDE-AD79-E775-D888-3B3D7378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3" y="1892281"/>
            <a:ext cx="5906277" cy="4125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4988CE-9876-F1C0-FAD4-1AD7CB991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04" y="1892281"/>
            <a:ext cx="5803642" cy="4125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0D57-82B4-9643-3556-65179B0A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94B7C-92AF-28E7-EBFA-1BE590A9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0B7B4-BCAB-6EAA-4194-E240E598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14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C08DB-3F4B-464F-8287-9EACED61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63E67E-4557-4A95-4EF2-6BF299EE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Dashboard and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A36FE-7A87-A8D7-6C10-5A101649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42"/>
          <a:stretch>
            <a:fillRect/>
          </a:stretch>
        </p:blipFill>
        <p:spPr>
          <a:xfrm>
            <a:off x="148254" y="1898438"/>
            <a:ext cx="5910364" cy="4119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89DB5E-A688-2756-9CBE-3E38266E8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04" y="1898438"/>
            <a:ext cx="5803642" cy="411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67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FC93-E091-BF22-0ED8-C4EAE7C4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67E91-E935-3584-FB13-938DD11F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AAE6F-BA05-01FE-C6EA-9B958071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15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CE20D-6530-E040-3A29-BC8DF1C0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F03005-0250-FE52-4A45-3E270466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Dashboard and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E2CCC-B0AB-1D05-48D0-E212E68AC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4" y="1892281"/>
            <a:ext cx="5905236" cy="4125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F89E41-8BF7-00B0-0D11-87092233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04" y="1892281"/>
            <a:ext cx="5905237" cy="412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5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B3AB-900A-7260-DBF7-C9E5F7D5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2291-A4A1-D009-D2C7-D8CD46B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62B36-38FE-5CEF-6E8A-1A58D61B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Machine Learning</a:t>
            </a:r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endParaRPr lang="en-IN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2AC0E-921E-306D-6CEB-A0A832A0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16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9BD3D-06B2-5F7B-943A-DB7544C8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First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723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1227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User and Stakeholder Analysis</vt:lpstr>
      <vt:lpstr>Proposed agentic AI solution</vt:lpstr>
      <vt:lpstr>Dataset and knowledge source identification</vt:lpstr>
      <vt:lpstr>Selection of tools and Framework</vt:lpstr>
      <vt:lpstr>Selection of tools and Framework</vt:lpstr>
      <vt:lpstr>Agent workflow and Orchestration</vt:lpstr>
      <vt:lpstr>Governed Tool Registry</vt:lpstr>
      <vt:lpstr>Human-in-the-Loop (HITL)</vt:lpstr>
      <vt:lpstr>Architecture Diagram</vt:lpstr>
      <vt:lpstr>Project plan and milestones</vt:lpstr>
      <vt:lpstr>Dashboard and Results</vt:lpstr>
      <vt:lpstr>Dashboard and Results</vt:lpstr>
      <vt:lpstr>Dashboard and 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kartickeeyaan m</cp:lastModifiedBy>
  <cp:revision>12</cp:revision>
  <dcterms:created xsi:type="dcterms:W3CDTF">2025-07-29T03:52:08Z</dcterms:created>
  <dcterms:modified xsi:type="dcterms:W3CDTF">2026-09-29T18:50:37Z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